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2560320" y="548640"/>
            <a:ext cx="402336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 ENGINE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System for Personalized Suggestions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60320" y="384048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0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Deemed to be University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914400"/>
            <a:ext cx="91440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1371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recommendation engine is a software system that suggests relevant items to users based on their preferences, behavior, and similarities with other users.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48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148840"/>
            <a:ext cx="91440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2286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2606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powers modern digital experiences — from Netflix movies and Amazon products to Spotify playlists and YouTube videos — driving engagement and satisfaction.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383280"/>
            <a:ext cx="91440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77240" y="3840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analyzing historical data and user interactions, the system predicts what a user is most likely to enjoy or need next, creating a personalized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today's information-rich digital world, users face an overwhelming amount of content and choices.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8580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struggle to find relevant items among millions of products, movies, or articles.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9204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7607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Suggestions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 recommendations fail to capture individual tastes and preferences.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58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5544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Engagement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8580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personalization, platforms see reduced user retention and satisfaction.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63440" y="297180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89204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7607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Challenge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89204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or new items lack sufficient data, making accurate recommendations difficult.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71600" y="1097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7"/>
          <p:cNvSpPr/>
          <p:nvPr/>
        </p:nvSpPr>
        <p:spPr>
          <a:xfrm>
            <a:off x="1371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Experience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highly relevant recommendations tailored to each user's unique preferences and behavior.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46120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51960" y="1097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2"/>
          <p:cNvSpPr/>
          <p:nvPr/>
        </p:nvSpPr>
        <p:spPr>
          <a:xfrm>
            <a:off x="42519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3832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Engagement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user interaction, time spent on platform, and overall satisfaction through smart suggestions.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1097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7"/>
          <p:cNvSpPr/>
          <p:nvPr/>
        </p:nvSpPr>
        <p:spPr>
          <a:xfrm>
            <a:off x="71323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26364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Scalability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26364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system capable of processing large volumes of users and items efficiently in real time.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5760" y="27889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371600" y="29260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2"/>
          <p:cNvSpPr/>
          <p:nvPr/>
        </p:nvSpPr>
        <p:spPr>
          <a:xfrm>
            <a:off x="13716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 Cold Start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0292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techniques that work well even with limited historical data for new users or items.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246120" y="27889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251960" y="29260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7"/>
          <p:cNvSpPr/>
          <p:nvPr/>
        </p:nvSpPr>
        <p:spPr>
          <a:xfrm>
            <a:off x="4251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Accuracy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3832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improve prediction quality using feedback loops and advanced machine learning models.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126480" y="27889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6" name="Text 32"/>
          <p:cNvSpPr/>
          <p:nvPr/>
        </p:nvSpPr>
        <p:spPr>
          <a:xfrm>
            <a:off x="71323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Diversity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26364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popular items with novel discoveries to keep recommendations fresh and exploratory.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85800" y="1051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1417320" y="132588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8"/>
          <p:cNvSpPr/>
          <p:nvPr/>
        </p:nvSpPr>
        <p:spPr>
          <a:xfrm>
            <a:off x="274320" y="19202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user profiles, ratings, clicks, views, and item metadata.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423160" y="1051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2"/>
          <p:cNvSpPr/>
          <p:nvPr/>
        </p:nvSpPr>
        <p:spPr>
          <a:xfrm>
            <a:off x="24231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154680" y="132588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Shape 14"/>
          <p:cNvSpPr/>
          <p:nvPr/>
        </p:nvSpPr>
        <p:spPr>
          <a:xfrm>
            <a:off x="2011680" y="19202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19" name="Text 15"/>
          <p:cNvSpPr/>
          <p:nvPr/>
        </p:nvSpPr>
        <p:spPr>
          <a:xfrm>
            <a:off x="210312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10312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data, handle missing values, and extract meaningful features.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160520" y="1051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18"/>
          <p:cNvSpPr/>
          <p:nvPr/>
        </p:nvSpPr>
        <p:spPr>
          <a:xfrm>
            <a:off x="416052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4892040" y="132588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Shape 20"/>
          <p:cNvSpPr/>
          <p:nvPr/>
        </p:nvSpPr>
        <p:spPr>
          <a:xfrm>
            <a:off x="3749040" y="19202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25" name="Text 21"/>
          <p:cNvSpPr/>
          <p:nvPr/>
        </p:nvSpPr>
        <p:spPr>
          <a:xfrm>
            <a:off x="384048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84048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collaborative filtering, content-based, or hybrid algorithms.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897880" y="1051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8" name="Text 24"/>
          <p:cNvSpPr/>
          <p:nvPr/>
        </p:nvSpPr>
        <p:spPr>
          <a:xfrm>
            <a:off x="589788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6629400" y="1325880"/>
            <a:ext cx="50292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hape 26"/>
          <p:cNvSpPr/>
          <p:nvPr/>
        </p:nvSpPr>
        <p:spPr>
          <a:xfrm>
            <a:off x="5486400" y="19202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31" name="Text 27"/>
          <p:cNvSpPr/>
          <p:nvPr/>
        </p:nvSpPr>
        <p:spPr>
          <a:xfrm>
            <a:off x="557784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57784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ranked list of recommended items for each user.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7635240" y="1051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4" name="Text 30"/>
          <p:cNvSpPr/>
          <p:nvPr/>
        </p:nvSpPr>
        <p:spPr>
          <a:xfrm>
            <a:off x="76352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7223760" y="192024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36" name="Text 32"/>
          <p:cNvSpPr/>
          <p:nvPr/>
        </p:nvSpPr>
        <p:spPr>
          <a:xfrm>
            <a:off x="731520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731520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user reactions to continuously refine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9601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C8102E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1344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Mobile UI  •  APIs  •  Dashboards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18745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B91C1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Layer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14400" y="2258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  •  Content-Based  •  Hybrid Models  •  Ranking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27889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991B1B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14400" y="3172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 •  Model Training  •  Real-time Inference  •  Caching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37033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7F1D1D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14400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Database  •  Item Catalog  •  Interaction Logs  •  Feature Store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Techniques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User-User similarity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Item-Item similarity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Matrix Factorization (SVD)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Works on user behavior patterns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0916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Filtering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920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Uses item attributes &amp; metadata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TF-IDF / embeddings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Matches user profile to item features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Strong for new items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65760" y="27889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2788920"/>
            <a:ext cx="411480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4864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Combines both methods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Weighted or switching hybrids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Addresses cold-start better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Higher accuracy in practice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709160" y="27889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2788920"/>
            <a:ext cx="411480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28"/>
          <p:cNvSpPr/>
          <p:nvPr/>
        </p:nvSpPr>
        <p:spPr>
          <a:xfrm>
            <a:off x="484632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Methods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89204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Neural Collaborative Filtering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9204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Autoencoders &amp; embeddings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8920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Sequence models (RNN/Transformer)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8920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Handles complex patterns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Recommendation Example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 user who loved Inception, Interstellar, and The Matrix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65760" y="13258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8F9FA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HISTORY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Inception (2010)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Interstellar (2014)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Matrix (1999)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292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Blade Runner 2049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Arrival (2016)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17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3474720" y="13258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EE2E2"/>
          </a:solidFill>
          <a:ln/>
        </p:spPr>
      </p:sp>
      <p:sp>
        <p:nvSpPr>
          <p:cNvPr id="19" name="Text 15"/>
          <p:cNvSpPr/>
          <p:nvPr/>
        </p:nvSpPr>
        <p:spPr>
          <a:xfrm>
            <a:off x="347472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LOGIC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Identify sci-fi / mind-bending genre affinity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118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Find similar users who rated these highly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61188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Extract director &amp; theme patterns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6118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Score candidate movies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6118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Rank by predicted rating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26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83680" y="1325880"/>
            <a:ext cx="2286000" cy="3108960"/>
          </a:xfrm>
          <a:prstGeom prst="roundRect">
            <a:avLst>
              <a:gd name="adj" fmla="val 4000"/>
            </a:avLst>
          </a:prstGeom>
          <a:solidFill>
            <a:srgbClr val="C8102E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PICKS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76656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Tenet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76656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Dune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76656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 Machina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76656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The Prestige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76656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Coherence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Requirements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031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SQL, JavaScript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Libraries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031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TensorFlow, PyTorch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Spark, Hadoop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1031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Surprise, LightFM, RecBole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436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1031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/ FastAPI, Node.js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1031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MongoDB, Redis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9436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1031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GCP / Azure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920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Data Volume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836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millions of users &amp; items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920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Latency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5836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response for real-time recs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Accuracy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8368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&amp; recall metrics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89204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Scalability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836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 capability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8920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Privacy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58368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 data protection compliance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89204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Feedback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58368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from user actions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89204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A/B Testing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583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Future Scope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Higher user engagement &amp; retention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Increased conversion &amp; revenue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Reduced information overload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Discovery of niche / long-tail content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Continuous learning from feedback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Cross-domain applicability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Personalization at scale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Multimodal recommendations (text + image + video)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Explainable AI for transparent suggestions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Context-aware &amp; real-time personalization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Federated learning for privacy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Integration with LLMs &amp; generative AI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 unified profiles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920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Ethical &amp; bias-mitigation frameworks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2286000" y="1097280"/>
            <a:ext cx="457200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pic>
        <p:nvPicPr>
          <p:cNvPr id="5" name="Image 1" descr="/home/workdir/artifacts/k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64008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•  Recommendation Engine  •  Academic Presentation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engines have become the backbone of modern digital platforms, transforming how users discover content and products.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0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drives engagement and business value across industries.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2423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and deep-learning techniques deliver the best real-world performance.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371600" y="3063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feedback and ethical design are essential for long-term success.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371600" y="3703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lies in multimodal, explainable, and privacy-preserving systems.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Engine</dc:title>
  <dc:subject>A Comprehensive Overview of Recommendation Systems</dc:subject>
  <dc:creator>KL University</dc:creator>
  <cp:lastModifiedBy>KL University</cp:lastModifiedBy>
  <cp:revision>1</cp:revision>
  <dcterms:created xsi:type="dcterms:W3CDTF">2026-09-10T07:00:06Z</dcterms:created>
  <dcterms:modified xsi:type="dcterms:W3CDTF">2026-09-10T07:00:06Z</dcterms:modified>
</cp:coreProperties>
</file>